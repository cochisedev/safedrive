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2" r:id="rId6"/>
    <p:sldId id="261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C5CF-8CFB-AFCE-B6DB-2327C68EA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DAA1-A4BD-C60E-8F5F-70DD1AFD1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E7B31-52D6-E38D-C307-A33F171A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1F635-C24F-6CC4-C90C-7A07FF86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E6176-059E-C6A9-5A09-4715A76CA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640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C563-1A23-7FDA-BF0E-37505A76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6CF61-874B-6A8C-4571-9CFA687A3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7105A-3282-0620-BEA7-DCF5DCB96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026DE-5030-A82E-72DC-EDDBEAFA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809AE-FC9A-F5FF-8D1F-B1F3BC62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764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A5B7-47F7-2393-9FE7-9A703902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6D196-1291-6250-4CAC-D3DEB8A14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45ED6-AEC2-40BB-01FE-54C8E0E70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928C5-42F3-C8BA-9BB5-933F1217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A4A2B-10C3-A7F3-E749-ACA291D5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7620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752C-CB37-2F91-2D0C-78369543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085DD-848F-414D-F6F4-BF676BACE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37ED8-1A21-51D9-8211-B8617EBAD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39B85-004A-0D06-2345-6F5C3F5E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12224-3BB0-0F62-867C-3B7342DE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80F35-A98E-3A24-1FD0-0602A3F0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599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A8D4D-48FD-D83B-1E1C-59BE7618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B7875-5BFA-7A15-1657-40727E6B3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3E93B-E399-1212-3E73-C3DD63E39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0194E-1572-88D2-F62A-A4F4BF5C3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66464A-1859-3B9B-3E41-6F72E1AB1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923F5-B0A7-331F-562D-CD161776E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FE6432-0F81-4300-CE1C-D8B73786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49F3D-8491-DA60-C849-7CCEE06E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971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0F33-41FE-B14A-74C0-1ED0FF39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7D80D7-713C-E424-5E23-43F8D559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E29502-07B5-696A-A5CB-972752FC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92D7B-EAA3-497E-B65E-37C2ABF7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5132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E453D-131B-5BD9-B5AF-C37E764B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63319-4D52-9109-49BC-209696B7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B7728-0F15-C527-FC46-53028F43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739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E2B4-86E2-6516-AB04-3D98EDBBA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8685C-D0EE-217C-4D32-470EA26DB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AAC92-C691-FA46-6522-A9ED49B00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30070-1602-5607-9FED-6EE1E7864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C25AD-FD06-332B-7D64-F66F27F3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FBCBD-2D8E-B289-A3C2-30957DF3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261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CB30-6793-EEB2-834F-BC438B8FC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4C4E6C-0412-8BEE-F360-E501938B1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EF028-66F0-B65C-2CCB-C79149A70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8DFF2-776E-5F1D-B863-60CFA99D9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DA0DE-110D-A5D2-EDE9-65F8B3F5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54C06-0131-A5D3-E964-088D9136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816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5C11-8BCE-09BB-AE44-0AD12323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03D5C-522B-B8D9-7D15-DED8B3F36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DCBD1-4FAA-8A6D-84A5-0EED767B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29D81-86E0-76AD-2CBF-65B508323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B1BD2-329B-04E6-BB3B-F0B1D504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4271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B0AF59-C618-E5F1-E07C-10FDF06FA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A1065-D29E-E143-265E-1C2178546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4583D-1F75-53DB-6DDC-53943142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2885A-925B-D240-3BB0-D150C6D5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D4325-A0F6-FF3D-8314-2D1AC5C1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5773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A5F0C-D8D0-16E4-42F9-2AC818EB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761BD-19B8-0E64-7023-032215514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0FE43-7A1A-DB81-F773-F11C63FB8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3C307-B927-40C1-A096-3BF1E5922374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7DB98-A1E5-4795-0D4D-500E20089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C0FC9-2CAB-A6DE-CB9D-97E5A3180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4B2BF-59FD-46BF-A772-F1B90DFFDE0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048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5D16FD-8A6C-A733-F26C-DB4D7E27F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1" y="781049"/>
            <a:ext cx="7161929" cy="44065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A9AF95-4960-ED6D-71F8-E727949333C5}"/>
              </a:ext>
            </a:extLst>
          </p:cNvPr>
          <p:cNvSpPr txBox="1"/>
          <p:nvPr/>
        </p:nvSpPr>
        <p:spPr>
          <a:xfrm>
            <a:off x="161925" y="228321"/>
            <a:ext cx="816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Utiliza columnas trampas</a:t>
            </a:r>
          </a:p>
        </p:txBody>
      </p:sp>
    </p:spTree>
    <p:extLst>
      <p:ext uri="{BB962C8B-B14F-4D97-AF65-F5344CB8AC3E}">
        <p14:creationId xmlns:p14="http://schemas.microsoft.com/office/powerpoint/2010/main" val="316339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86FADB-19E2-A78B-2A2D-24BC04138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49" y="895350"/>
            <a:ext cx="7791901" cy="48064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7C7DF8-D9B9-5CEA-896E-EA818E105894}"/>
              </a:ext>
            </a:extLst>
          </p:cNvPr>
          <p:cNvSpPr txBox="1"/>
          <p:nvPr/>
        </p:nvSpPr>
        <p:spPr>
          <a:xfrm>
            <a:off x="161925" y="228321"/>
            <a:ext cx="816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Legalmente v1</a:t>
            </a:r>
          </a:p>
        </p:txBody>
      </p:sp>
    </p:spTree>
    <p:extLst>
      <p:ext uri="{BB962C8B-B14F-4D97-AF65-F5344CB8AC3E}">
        <p14:creationId xmlns:p14="http://schemas.microsoft.com/office/powerpoint/2010/main" val="76856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C1E33C8-2331-12B3-A30D-8021FA4CAA59}"/>
              </a:ext>
            </a:extLst>
          </p:cNvPr>
          <p:cNvSpPr/>
          <p:nvPr/>
        </p:nvSpPr>
        <p:spPr>
          <a:xfrm>
            <a:off x="180975" y="504825"/>
            <a:ext cx="12011025" cy="51816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7711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7178F1-2AD8-6BDC-6CF3-B7EC91E18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597653"/>
            <a:ext cx="8104323" cy="50327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99CB10-9235-820D-5A23-9AE67A2C69A2}"/>
              </a:ext>
            </a:extLst>
          </p:cNvPr>
          <p:cNvSpPr txBox="1"/>
          <p:nvPr/>
        </p:nvSpPr>
        <p:spPr>
          <a:xfrm>
            <a:off x="161925" y="228321"/>
            <a:ext cx="816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Utiliza columnas trampas</a:t>
            </a:r>
          </a:p>
        </p:txBody>
      </p:sp>
    </p:spTree>
    <p:extLst>
      <p:ext uri="{BB962C8B-B14F-4D97-AF65-F5344CB8AC3E}">
        <p14:creationId xmlns:p14="http://schemas.microsoft.com/office/powerpoint/2010/main" val="386333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45C28E-0C3E-8FD7-1122-97DB7E737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7" y="228322"/>
            <a:ext cx="10455546" cy="64013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5B4A53-9316-BEA9-5E41-4BD98F90DEE0}"/>
              </a:ext>
            </a:extLst>
          </p:cNvPr>
          <p:cNvSpPr txBox="1"/>
          <p:nvPr/>
        </p:nvSpPr>
        <p:spPr>
          <a:xfrm>
            <a:off x="161925" y="228321"/>
            <a:ext cx="816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Legalmente v1</a:t>
            </a:r>
          </a:p>
        </p:txBody>
      </p:sp>
    </p:spTree>
    <p:extLst>
      <p:ext uri="{BB962C8B-B14F-4D97-AF65-F5344CB8AC3E}">
        <p14:creationId xmlns:p14="http://schemas.microsoft.com/office/powerpoint/2010/main" val="1628079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83F20-0B25-7FE2-94A8-C6A47F296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1C6ED7F-6A66-565B-4C08-4F18D177C7EF}"/>
              </a:ext>
            </a:extLst>
          </p:cNvPr>
          <p:cNvSpPr/>
          <p:nvPr/>
        </p:nvSpPr>
        <p:spPr>
          <a:xfrm>
            <a:off x="180975" y="504825"/>
            <a:ext cx="12011025" cy="51816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4047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7C3359-A5B6-C1D5-8EB5-E357911D29EC}"/>
              </a:ext>
            </a:extLst>
          </p:cNvPr>
          <p:cNvSpPr txBox="1"/>
          <p:nvPr/>
        </p:nvSpPr>
        <p:spPr>
          <a:xfrm>
            <a:off x="647700" y="1859340"/>
            <a:ext cx="10563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 err="1"/>
              <a:t>id;hora</a:t>
            </a:r>
            <a:r>
              <a:rPr lang="es-PE" err="1"/>
              <a:t>;</a:t>
            </a:r>
            <a:r>
              <a:rPr lang="es-PE"/>
              <a:t>intensidad;</a:t>
            </a:r>
            <a:r>
              <a:rPr lang="es-PE" dirty="0"/>
              <a:t>estado_meteorológico;temp;feelslike;dew;humidity;precip;precipprob;windgust;windspeed;winddir;cloudcover;visibility;conditionsDay;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1E493-E723-5573-2C6C-B13555B0292C}"/>
              </a:ext>
            </a:extLst>
          </p:cNvPr>
          <p:cNvSpPr txBox="1"/>
          <p:nvPr/>
        </p:nvSpPr>
        <p:spPr>
          <a:xfrm>
            <a:off x="161925" y="228321"/>
            <a:ext cx="816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Columnas que toma en cuenta</a:t>
            </a:r>
          </a:p>
        </p:txBody>
      </p:sp>
    </p:spTree>
    <p:extLst>
      <p:ext uri="{BB962C8B-B14F-4D97-AF65-F5344CB8AC3E}">
        <p14:creationId xmlns:p14="http://schemas.microsoft.com/office/powerpoint/2010/main" val="343149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Díaz</dc:creator>
  <cp:lastModifiedBy>Diego Díaz</cp:lastModifiedBy>
  <cp:revision>1</cp:revision>
  <dcterms:created xsi:type="dcterms:W3CDTF">2025-12-15T12:54:03Z</dcterms:created>
  <dcterms:modified xsi:type="dcterms:W3CDTF">2025-12-15T12:54:03Z</dcterms:modified>
</cp:coreProperties>
</file>